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Blockchain-Based Voting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Secure, Transparent, and Tamper-Proof Electronic Voting Platform</a:t>
            </a:r>
          </a:p>
          <a:p/>
          <a:p>
            <a:r>
              <a:t>Thanusha</a:t>
            </a:r>
          </a:p>
          <a:p>
            <a:r>
              <a:t>Capstone Project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/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Objectives</a:t>
            </a:r>
          </a:p>
          <a:p>
            <a:r>
              <a:t>What is Blockchain?</a:t>
            </a:r>
          </a:p>
          <a:p>
            <a:r>
              <a:t>System Architecture</a:t>
            </a:r>
          </a:p>
          <a:p>
            <a:r>
              <a:t>Core Features</a:t>
            </a:r>
          </a:p>
          <a:p>
            <a:r>
              <a:t>Security Enhancements</a:t>
            </a:r>
          </a:p>
          <a:p>
            <a:r>
              <a:t>Workflow</a:t>
            </a:r>
          </a:p>
          <a:p>
            <a:r>
              <a:t>Implementation Details</a:t>
            </a:r>
          </a:p>
          <a:p>
            <a:r>
              <a:t>Demo</a:t>
            </a:r>
          </a:p>
          <a:p>
            <a:r>
              <a:t>Results</a:t>
            </a:r>
          </a:p>
          <a:p>
            <a:r>
              <a:t>Conclusion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Voter fraud, lack of transparency, tampering, no verifiability, high cost.</a:t>
            </a:r>
          </a:p>
          <a:p>
            <a:r>
              <a:t>Need secure decentralized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 voting system</a:t>
            </a:r>
          </a:p>
          <a:p>
            <a:r>
              <a:t>Immutable votes</a:t>
            </a:r>
          </a:p>
          <a:p>
            <a:r>
              <a:t>Prevent double voting</a:t>
            </a:r>
          </a:p>
          <a:p>
            <a:r>
              <a:t>Auditability</a:t>
            </a:r>
          </a:p>
          <a:p>
            <a:r>
              <a:t>Digital signatures</a:t>
            </a:r>
          </a:p>
          <a:p>
            <a:r>
              <a:t>Admin controls +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Blockchain?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ledger</a:t>
            </a:r>
          </a:p>
          <a:p>
            <a:r>
              <a:t>Immutable</a:t>
            </a:r>
          </a:p>
          <a:p>
            <a:r>
              <a:t>Transparent</a:t>
            </a:r>
          </a:p>
          <a:p>
            <a:r>
              <a:t>Decentralized</a:t>
            </a:r>
          </a:p>
          <a:p>
            <a:r>
              <a:t>Consensus (Proof-of-Work)</a:t>
            </a:r>
          </a:p>
          <a:p>
            <a:r>
              <a:t>Block contains: index, timestamp, transactions, 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HTML/CSS/JS</a:t>
            </a:r>
          </a:p>
          <a:p>
            <a:r>
              <a:t>Backend: Flask</a:t>
            </a:r>
          </a:p>
          <a:p>
            <a:r>
              <a:t>Blockchain Core</a:t>
            </a:r>
          </a:p>
          <a:p>
            <a:r>
              <a:t>Storage: blockchain.json &amp; eligible_voters.json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Vote casting</a:t>
            </a:r>
          </a:p>
          <a:p>
            <a:r>
              <a:t>Pending transactions</a:t>
            </a:r>
          </a:p>
          <a:p>
            <a:r>
              <a:t>Mining</a:t>
            </a:r>
          </a:p>
          <a:p>
            <a:r>
              <a:t>Blockchain explorer</a:t>
            </a:r>
          </a:p>
          <a:p>
            <a:r>
              <a:t>Results tally</a:t>
            </a:r>
          </a:p>
          <a:p>
            <a:r>
              <a:t>Persistent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signatures (RSA-2048)</a:t>
            </a:r>
          </a:p>
          <a:p>
            <a:r>
              <a:t>Eligibility check</a:t>
            </a:r>
          </a:p>
          <a:p>
            <a:r>
              <a:t>Double voting prevention</a:t>
            </a:r>
          </a:p>
          <a:p>
            <a:r>
              <a:t>Admin-only mining</a:t>
            </a:r>
          </a:p>
          <a:p>
            <a:r>
              <a:t>Reset + CSV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voters → Vote → Sign → Verify → Store → Mine →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Private/Public keys</a:t>
            </a:r>
          </a:p>
          <a:p>
            <a:r>
              <a:t>Sign vote</a:t>
            </a:r>
          </a:p>
          <a:p>
            <a:r>
              <a:t>Server verifies</a:t>
            </a:r>
          </a:p>
          <a:p>
            <a:r>
              <a:t>Ensures authenticity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Proof-of-Work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Nonce finding</a:t>
            </a:r>
          </a:p>
          <a:p>
            <a:r>
              <a:t>Hash starts with zeros</a:t>
            </a:r>
          </a:p>
          <a:p>
            <a:r>
              <a:t>Ensures immutability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/vote, /mine, /results, /chain, /reset, /eligible, /pending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your project screenshots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Eligible vote ✅</a:t>
            </a:r>
          </a:p>
          <a:p>
            <a:r>
              <a:t>Invalid ❌</a:t>
            </a:r>
          </a:p>
          <a:p>
            <a:r>
              <a:t>Double vote ❌</a:t>
            </a:r>
          </a:p>
          <a:p>
            <a:r>
              <a:t>Tamper detection ✅</a:t>
            </a:r>
          </a:p>
          <a:p>
            <a:r>
              <a:t>Unauthorized mining 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Transparent</a:t>
            </a:r>
          </a:p>
          <a:p>
            <a:r>
              <a:t>Secure</a:t>
            </a:r>
          </a:p>
          <a:p>
            <a:r>
              <a:t>No double voting</a:t>
            </a:r>
          </a:p>
          <a:p>
            <a:r>
              <a:t>Easy audit</a:t>
            </a:r>
          </a:p>
          <a:p>
            <a:r>
              <a:t>Portable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system</a:t>
            </a:r>
          </a:p>
          <a:p>
            <a:r>
              <a:t>No anonymity</a:t>
            </a:r>
          </a:p>
          <a:p>
            <a:r>
              <a:t>Future: Ethereum, ZKP, P2P network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blockchain voting system</a:t>
            </a:r>
          </a:p>
          <a:p>
            <a:r>
              <a:t>Secure &amp; transparent prototype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  <a:p>
            <a:r>
              <a:t>Contact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