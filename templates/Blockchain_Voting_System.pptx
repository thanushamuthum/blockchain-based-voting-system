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Blockchain-Based Voting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A Secure, Transparent, and Tamper-Proof Electronic Voting Platform</a:t>
            </a:r>
          </a:p>
          <a:p>
            <a:endParaRPr/>
          </a:p>
          <a:p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• Problem Statement</a:t>
            </a:r>
          </a:p>
          <a:p>
            <a:r>
              <a:t>• Objectives</a:t>
            </a:r>
          </a:p>
          <a:p>
            <a:r>
              <a:t>• What is Blockchain?</a:t>
            </a:r>
          </a:p>
          <a:p>
            <a:r>
              <a:t>• System Architecture</a:t>
            </a:r>
          </a:p>
          <a:p>
            <a:r>
              <a:t>• Core Features</a:t>
            </a:r>
          </a:p>
          <a:p>
            <a:r>
              <a:t>• Security Enhancements</a:t>
            </a:r>
          </a:p>
          <a:p>
            <a:r>
              <a:t>• Workflow</a:t>
            </a:r>
          </a:p>
          <a:p>
            <a:r>
              <a:t>• Implementation Details</a:t>
            </a:r>
          </a:p>
          <a:p>
            <a:r>
              <a:t>• Demonstration</a:t>
            </a:r>
          </a:p>
          <a:p>
            <a:r>
              <a:t>• Results &amp; Testing</a:t>
            </a:r>
          </a:p>
          <a:p>
            <a:r>
              <a:t>• Conclusion &amp; Future Work</a:t>
            </a:r>
          </a:p>
          <a:p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Traditional Voting Systems Face Issues</a:t>
            </a:r>
            <a:r>
              <a:rPr dirty="0" smtClean="0"/>
              <a:t>:</a:t>
            </a:r>
            <a:endParaRPr dirty="0"/>
          </a:p>
          <a:p>
            <a:r>
              <a:rPr dirty="0"/>
              <a:t>• Voter fraud – impersonation, double voting</a:t>
            </a:r>
          </a:p>
          <a:p>
            <a:r>
              <a:rPr dirty="0"/>
              <a:t>• Lack of transparency – results cannot be independently verified</a:t>
            </a:r>
          </a:p>
          <a:p>
            <a:r>
              <a:rPr dirty="0"/>
              <a:t>• Tampering – centralized databases can be altered</a:t>
            </a:r>
          </a:p>
          <a:p>
            <a:r>
              <a:rPr dirty="0"/>
              <a:t>• No voter verifiability – voters cannot confirm their vote was counted</a:t>
            </a:r>
          </a:p>
          <a:p>
            <a:r>
              <a:rPr dirty="0"/>
              <a:t>• High cost – printing ballots, polling stations, manual counting</a:t>
            </a:r>
          </a:p>
          <a:p>
            <a:endParaRPr dirty="0"/>
          </a:p>
          <a:p>
            <a:r>
              <a:rPr dirty="0"/>
              <a:t>Need for a secure, decentralized, and transparent voting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• Build a blockchain-based voting system where every vote is a transaction</a:t>
            </a:r>
          </a:p>
          <a:p>
            <a:r>
              <a:t>• Ensure immutability – votes cannot be changed once recorded</a:t>
            </a:r>
          </a:p>
          <a:p>
            <a:r>
              <a:t>• Prevent double voting using cryptographic voter tracking</a:t>
            </a:r>
          </a:p>
          <a:p>
            <a:r>
              <a:t>• Provide end-to-end verifiability – anyone can audit the blockchain</a:t>
            </a:r>
          </a:p>
          <a:p>
            <a:r>
              <a:t>• Implement digital signatures to authenticate voters</a:t>
            </a:r>
          </a:p>
          <a:p>
            <a:r>
              <a:t>• Allow admin controls (mining, reset) and CSV export of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Blockchain?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Definition: A distributed, decentralized ledger that records transactions in blocks.</a:t>
            </a:r>
          </a:p>
          <a:p>
            <a:endParaRPr/>
          </a:p>
          <a:p>
            <a:r>
              <a:t>Key Properties:</a:t>
            </a:r>
          </a:p>
          <a:p>
            <a:r>
              <a:t>• Immutability – data cannot be altered without changing all subsequent blocks</a:t>
            </a:r>
          </a:p>
          <a:p>
            <a:r>
              <a:t>• Transparency – anyone can view the entire chain</a:t>
            </a:r>
          </a:p>
          <a:p>
            <a:r>
              <a:t>• Decentralization – no single point of failure</a:t>
            </a:r>
          </a:p>
          <a:p>
            <a:r>
              <a:t>• Consensus – proof-of-work ensures agreement</a:t>
            </a:r>
          </a:p>
          <a:p>
            <a:endParaRPr/>
          </a:p>
          <a:p>
            <a:r>
              <a:t>Each block contains: index, timestamp, transactions, previous hash, nonce, its own hash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Components:</a:t>
            </a:r>
          </a:p>
          <a:p>
            <a:r>
              <a:t>• Frontend: HTML/CSS/JS, Web Crypto API for key generation &amp; signing</a:t>
            </a:r>
          </a:p>
          <a:p>
            <a:r>
              <a:t>• Backend: Flask (Python) – handles HTTP requests, blockchain logic</a:t>
            </a:r>
          </a:p>
          <a:p>
            <a:r>
              <a:t>• Blockchain module: Block class, Blockchain class, proof-of-work, persistence</a:t>
            </a:r>
          </a:p>
          <a:p>
            <a:r>
              <a:t>• Storage: JSON files – blockchain.json and eligible_voters.json</a:t>
            </a:r>
          </a:p>
          <a:p>
            <a:endParaRPr/>
          </a:p>
          <a:p>
            <a:r>
              <a:t>Data Flow: Browser ↔ Flask Server ↔ Blockchain Core ↔ JSON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• Vote casting – Voter enters ID, selects candidate, vote is signed and sent</a:t>
            </a:r>
          </a:p>
          <a:p>
            <a:r>
              <a:t>• Pending transactions – Votes wait in a pool until mined</a:t>
            </a:r>
          </a:p>
          <a:p>
            <a:r>
              <a:t>• Mining (proof-of-work) – Admin collects pending votes into a new block</a:t>
            </a:r>
          </a:p>
          <a:p>
            <a:r>
              <a:t>• Blockchain explorer – Anyone can view full chain and verify integrity</a:t>
            </a:r>
          </a:p>
          <a:p>
            <a:r>
              <a:t>• Result tally – Counts votes from all blocks in the chain</a:t>
            </a:r>
          </a:p>
          <a:p>
            <a:r>
              <a:t>• Persistent storage – Blockchain saved to blockchain.json – survives restarts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• Digital signatures – RSA-2048, SHA-256. Voter signs 'voterID:candidate'</a:t>
            </a:r>
          </a:p>
          <a:p>
            <a:r>
              <a:t>• Voter eligibility – Admin uploads CSV of allowed voter IDs</a:t>
            </a:r>
          </a:p>
          <a:p>
            <a:r>
              <a:t>• Double voting prevention – Set of voted IDs tracked across chain and pending pool</a:t>
            </a:r>
          </a:p>
          <a:p>
            <a:r>
              <a:t>• Admin-only mining – Password-protected mining endpoint</a:t>
            </a:r>
          </a:p>
          <a:p>
            <a:r>
              <a:t>• Admin reset – Delete all votes, pending transactions, eligible list</a:t>
            </a:r>
          </a:p>
          <a:p>
            <a:r>
              <a:t>• CSV export – Download results as CSV for external auditing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1. Admin uploads eligible voters (CSV)</a:t>
            </a:r>
          </a:p>
          <a:p>
            <a:r>
              <a:t>2. Voter enters ID and candidate</a:t>
            </a:r>
          </a:p>
          <a:p>
            <a:r>
              <a:t>3. Browser generates RSA key pair (first time) or retrieves from localStorage</a:t>
            </a:r>
          </a:p>
          <a:p>
            <a:r>
              <a:t>4. Browser signs 'voterID:candidate' using private key</a:t>
            </a:r>
          </a:p>
          <a:p>
            <a:r>
              <a:t>5. Browser sends vote (ID, candidate, signature, public key) to /vote</a:t>
            </a:r>
          </a:p>
          <a:p>
            <a:r>
              <a:t>6. Server verifies eligibility, no double vote, and signature</a:t>
            </a:r>
          </a:p>
          <a:p>
            <a:r>
              <a:t>7. If valid, vote added to pending_transactions</a:t>
            </a:r>
          </a:p>
          <a:p>
            <a:r>
              <a:t>8. Admin clicks 'Mine Pending Votes'</a:t>
            </a:r>
          </a:p>
          <a:p>
            <a:r>
              <a:t>9. Server creates new block, solves proof-of-work, appends to chain</a:t>
            </a:r>
          </a:p>
          <a:p>
            <a:r>
              <a:t>10. Results updated – anyone can refresh or export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Key Generation (in browser):</a:t>
            </a:r>
          </a:p>
          <a:p>
            <a:r>
              <a:t>• Web Crypto API generates RSA-2048 key pair</a:t>
            </a:r>
          </a:p>
          <a:p>
            <a:r>
              <a:t>• Private key stored in browser's localStorage (never sent to server)</a:t>
            </a:r>
          </a:p>
          <a:p>
            <a:r>
              <a:t>• Public key sent to server with each vote</a:t>
            </a:r>
          </a:p>
          <a:p>
            <a:endParaRPr/>
          </a:p>
          <a:p>
            <a:r>
              <a:t>Signing:</a:t>
            </a:r>
          </a:p>
          <a:p>
            <a:r>
              <a:t>message = `${voterId}:${candidate}`;</a:t>
            </a:r>
          </a:p>
          <a:p>
            <a:r>
              <a:t>signature = await crypto.subtle.sign(...);</a:t>
            </a:r>
          </a:p>
          <a:p>
            <a:endParaRPr/>
          </a:p>
          <a:p>
            <a:r>
              <a:t>Verification (on server):</a:t>
            </a:r>
          </a:p>
          <a:p>
            <a:r>
              <a:t>message = f'{voter_id}:{candidate}'.encode()</a:t>
            </a:r>
          </a:p>
          <a:p>
            <a:r>
              <a:t>pub_key.verify(signature, message)</a:t>
            </a:r>
          </a:p>
          <a:p>
            <a:endParaRPr/>
          </a:p>
          <a:p>
            <a:r>
              <a:t>Only the owner of the private key can vote for that 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Proof-of-Work (Mining)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Purpose: Prevent tampering – changing a past vote would require re-mining all later blocks.</a:t>
            </a:r>
          </a:p>
          <a:p>
            <a:endParaRPr/>
          </a:p>
          <a:p>
            <a:r>
              <a:t>Algorithm:</a:t>
            </a:r>
          </a:p>
          <a:p>
            <a:r>
              <a:t>• Find a nonce such that hash(block + nonce) starts with difficulty number of zeros</a:t>
            </a:r>
          </a:p>
          <a:p>
            <a:r>
              <a:t>• Difficulty = 4 → target '0000'</a:t>
            </a:r>
          </a:p>
          <a:p>
            <a:endParaRPr/>
          </a:p>
          <a:p>
            <a:r>
              <a:t>Code snippet:</a:t>
            </a:r>
          </a:p>
          <a:p>
            <a:r>
              <a:t>def mine_block(self, difficulty):</a:t>
            </a:r>
          </a:p>
          <a:p>
            <a:r>
              <a:t>    target = '0' * difficulty</a:t>
            </a:r>
          </a:p>
          <a:p>
            <a:r>
              <a:t>    while self.hash[:difficulty] != target:</a:t>
            </a:r>
          </a:p>
          <a:p>
            <a:r>
              <a:t>        self.nonce += 1</a:t>
            </a:r>
          </a:p>
          <a:p>
            <a:r>
              <a:t>        self.hash = self.compute_hash()</a:t>
            </a:r>
          </a:p>
          <a:p>
            <a:endParaRPr/>
          </a:p>
          <a:p>
            <a:r>
              <a:t>Performance: ~0.5‑2 seconds per block on a modern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Persistence &amp;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Files created automatically:</a:t>
            </a:r>
          </a:p>
          <a:p>
            <a:r>
              <a:t>• blockchain.json – full chain, pending transactions, voted set</a:t>
            </a:r>
          </a:p>
          <a:p>
            <a:r>
              <a:t>• eligible_voters.json – list of allowed voter IDs</a:t>
            </a:r>
          </a:p>
          <a:p>
            <a:endParaRPr/>
          </a:p>
          <a:p>
            <a:r>
              <a:t>Key REST API endpoints:</a:t>
            </a:r>
          </a:p>
          <a:p>
            <a:r>
              <a:t>• POST /vote – cast a signed vote</a:t>
            </a:r>
          </a:p>
          <a:p>
            <a:r>
              <a:t>• POST /mine – mine pending votes (admin password)</a:t>
            </a:r>
          </a:p>
          <a:p>
            <a:r>
              <a:t>• POST /admin/upload_eligible – upload CSV of eligible voters</a:t>
            </a:r>
          </a:p>
          <a:p>
            <a:r>
              <a:t>• POST /admin/reset – delete all data (admin password)</a:t>
            </a:r>
          </a:p>
          <a:p>
            <a:r>
              <a:t>• GET /results – vote counts as JSON</a:t>
            </a:r>
          </a:p>
          <a:p>
            <a:r>
              <a:t>• GET /export_results – download CSV of results</a:t>
            </a:r>
          </a:p>
          <a:p>
            <a:r>
              <a:t>• GET /chain – view full blockchain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Insert actual screenshots here:</a:t>
            </a:r>
          </a:p>
          <a:p>
            <a:endParaRPr/>
          </a:p>
          <a:p>
            <a:r>
              <a:t>1. Home page – voting form, admin sections</a:t>
            </a:r>
          </a:p>
          <a:p>
            <a:r>
              <a:t>2. Upload CSV – success message</a:t>
            </a:r>
          </a:p>
          <a:p>
            <a:r>
              <a:t>3. Casting a vote – 'Vote recorded (pending mining)'</a:t>
            </a:r>
          </a:p>
          <a:p>
            <a:r>
              <a:t>4. Mining – 'Block 1 mined'</a:t>
            </a:r>
          </a:p>
          <a:p>
            <a:r>
              <a:t>5. Results table – vote counts</a:t>
            </a:r>
          </a:p>
          <a:p>
            <a:r>
              <a:t>6. Export CSV – file downloaded</a:t>
            </a:r>
          </a:p>
          <a:p>
            <a:r>
              <a:t>7. Blockchain explorer – JSON view of blocks</a:t>
            </a:r>
          </a:p>
          <a:p>
            <a:r>
              <a:t>8. Reset confirmation – all data cleared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Vote with eligible ID → accepted (pending)</a:t>
            </a:r>
          </a:p>
          <a:p>
            <a:r>
              <a:t>• Vote with ineligible ID → 'Not eligible' error</a:t>
            </a:r>
          </a:p>
          <a:p>
            <a:r>
              <a:t>• Double vote same ID → 'Already voted' error</a:t>
            </a:r>
          </a:p>
          <a:p>
            <a:r>
              <a:t>• Tamper with a block (manually edit JSON) → is_chain_valid() returns false</a:t>
            </a:r>
          </a:p>
          <a:p>
            <a:r>
              <a:t>• Mine with wrong password → 'Unauthorized'</a:t>
            </a:r>
          </a:p>
          <a:p>
            <a:r>
              <a:t>• Reset system → chain resets to genesis block, eligible list empty</a:t>
            </a:r>
          </a:p>
          <a:p>
            <a:r>
              <a:t>• Signature mismatch → verification fails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Our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✅ Transparent – anyone can view the full blockchain</a:t>
            </a:r>
          </a:p>
          <a:p>
            <a:r>
              <a:t>✅ Tamper-proof – proof-of-work makes altering past votes expensive</a:t>
            </a:r>
          </a:p>
          <a:p>
            <a:r>
              <a:t>✅ No double voting – voter IDs tracked immutably</a:t>
            </a:r>
          </a:p>
          <a:p>
            <a:r>
              <a:t>✅ Voter authentication – digital signatures prevent impersonation</a:t>
            </a:r>
          </a:p>
          <a:p>
            <a:r>
              <a:t>✅ Admin control – mining and reset protected by password</a:t>
            </a:r>
          </a:p>
          <a:p>
            <a:r>
              <a:t>✅ Portable – runs on any machine with Python</a:t>
            </a:r>
          </a:p>
          <a:p>
            <a:r>
              <a:t>✅ Easy to audit – CSV export and JSON chain explorer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Current limitations:</a:t>
            </a:r>
          </a:p>
          <a:p>
            <a:r>
              <a:t>• Centralized server (not fully decentralized)</a:t>
            </a:r>
          </a:p>
          <a:p>
            <a:r>
              <a:t>• No voter anonymity (voter ID is visible)</a:t>
            </a:r>
          </a:p>
          <a:p>
            <a:r>
              <a:t>• Proof-of-work consumes CPU (fine for small scale)</a:t>
            </a:r>
          </a:p>
          <a:p>
            <a:r>
              <a:t>• Admin password is hardcoded</a:t>
            </a:r>
          </a:p>
          <a:p>
            <a:endParaRPr/>
          </a:p>
          <a:p>
            <a:r>
              <a:t>Future enhancements:</a:t>
            </a:r>
          </a:p>
          <a:p>
            <a:r>
              <a:t>• Peer-to-peer network with consensus (multiple nodes)</a:t>
            </a:r>
          </a:p>
          <a:p>
            <a:r>
              <a:t>• Zero-knowledge proofs or ring signatures for anonymity</a:t>
            </a:r>
          </a:p>
          <a:p>
            <a:r>
              <a:t>• Smart contract version on Ethereum (Solidity)</a:t>
            </a:r>
          </a:p>
          <a:p>
            <a:r>
              <a:t>• Voter receipt generation (end-to-end verifiability)</a:t>
            </a:r>
          </a:p>
          <a:p>
            <a:r>
              <a:t>• Docker containerisation for easy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Successfully built a complete blockchain voting system with:</a:t>
            </a:r>
          </a:p>
          <a:p>
            <a:r>
              <a:t>• Immutable vote ledger</a:t>
            </a:r>
          </a:p>
          <a:p>
            <a:r>
              <a:t>• Digital signatures for authentication</a:t>
            </a:r>
          </a:p>
          <a:p>
            <a:r>
              <a:t>• Voter eligibility list</a:t>
            </a:r>
          </a:p>
          <a:p>
            <a:r>
              <a:t>• Admin mining and reset</a:t>
            </a:r>
          </a:p>
          <a:p>
            <a:r>
              <a:t>• CSV export</a:t>
            </a:r>
          </a:p>
          <a:p>
            <a:endParaRPr/>
          </a:p>
          <a:p>
            <a:r>
              <a:t>Demonstrates core blockchain concepts: hashing, proof-of-work, immutability.</a:t>
            </a:r>
          </a:p>
          <a:p>
            <a:r>
              <a:t>Provides a practical, working prototype suitable for small-scale elections.</a:t>
            </a:r>
          </a:p>
          <a:p>
            <a:r>
              <a:t>Can be extended to a fully decentralized system.</a:t>
            </a:r>
          </a:p>
          <a:p>
            <a:endParaRPr/>
          </a:p>
          <a:p>
            <a:r>
              <a:t>Thank you!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1240</Words>
  <Application>Microsoft Office PowerPoint</Application>
  <PresentationFormat>On-screen Show (4:3)</PresentationFormat>
  <Paragraphs>174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Blockchain-Based Voting System</vt:lpstr>
      <vt:lpstr>Agenda</vt:lpstr>
      <vt:lpstr>Problem Statement</vt:lpstr>
      <vt:lpstr>Project Objectives</vt:lpstr>
      <vt:lpstr>What is Blockchain?</vt:lpstr>
      <vt:lpstr>System Architecture</vt:lpstr>
      <vt:lpstr>Core Features (1)</vt:lpstr>
      <vt:lpstr>Security Enhancements</vt:lpstr>
      <vt:lpstr>Workflow – Step by Step</vt:lpstr>
      <vt:lpstr>Digital Signatures</vt:lpstr>
      <vt:lpstr>Proof-of-Work (Mining)</vt:lpstr>
      <vt:lpstr>Data Persistence &amp; APIs</vt:lpstr>
      <vt:lpstr>Screenshots / Demo</vt:lpstr>
      <vt:lpstr>Testing &amp; Validation</vt:lpstr>
      <vt:lpstr>Advantages of Our System</vt:lpstr>
      <vt:lpstr>Limitations &amp; Future Work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Voting System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2026-04-13T13:04:48Z</dcterms:modified>
  <cp:category/>
</cp:coreProperties>
</file>